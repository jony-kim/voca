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6858000" cx="10440975"/>
  <p:notesSz cx="6858000" cy="997902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orient="horz" pos="527">
          <p15:clr>
            <a:srgbClr val="A4A3A4"/>
          </p15:clr>
        </p15:guide>
        <p15:guide id="3" orient="horz" pos="890">
          <p15:clr>
            <a:srgbClr val="A4A3A4"/>
          </p15:clr>
        </p15:guide>
        <p15:guide id="4" orient="horz" pos="1253">
          <p15:clr>
            <a:srgbClr val="A4A3A4"/>
          </p15:clr>
        </p15:guide>
        <p15:guide id="5" pos="3061">
          <p15:clr>
            <a:srgbClr val="A4A3A4"/>
          </p15:clr>
        </p15:guide>
        <p15:guide id="6" pos="6236">
          <p15:clr>
            <a:srgbClr val="A4A3A4"/>
          </p15:clr>
        </p15:guide>
        <p15:guide id="7" orient="horz" pos="2205">
          <p15:clr>
            <a:srgbClr val="A4A3A4"/>
          </p15:clr>
        </p15:guide>
        <p15:guide id="8" orient="horz" pos="4319">
          <p15:clr>
            <a:srgbClr val="A4A3A4"/>
          </p15:clr>
        </p15:guide>
        <p15:guide id="9" orient="horz" pos="1480">
          <p15:clr>
            <a:srgbClr val="A4A3A4"/>
          </p15:clr>
        </p15:guide>
        <p15:guide id="10" pos="328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8611A56-7C19-43B2-BC22-BF414D1C555B}">
  <a:tblStyle styleId="{A8611A56-7C19-43B2-BC22-BF414D1C555B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527" orient="horz"/>
        <p:guide pos="890" orient="horz"/>
        <p:guide pos="1253" orient="horz"/>
        <p:guide pos="3061"/>
        <p:guide pos="6236"/>
        <p:guide pos="2205" orient="horz"/>
        <p:guide pos="4319" orient="horz"/>
        <p:guide pos="1480" orient="horz"/>
        <p:guide pos="328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4" y="8"/>
            <a:ext cx="2971801" cy="498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375" spcFirstLastPara="1" rIns="91375" wrap="square" tIns="456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4" y="8"/>
            <a:ext cx="2971801" cy="498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375" spcFirstLastPara="1" rIns="91375" wrap="square" tIns="4567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579438" y="747713"/>
            <a:ext cx="5699125" cy="37433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1" y="4740042"/>
            <a:ext cx="5486400" cy="449056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375" spcFirstLastPara="1" rIns="91375" wrap="square" tIns="4567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4" y="9478347"/>
            <a:ext cx="2971801" cy="498950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91375" spcFirstLastPara="1" rIns="91375" wrap="square" tIns="456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4" y="9478347"/>
            <a:ext cx="2971801" cy="498950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91375" spcFirstLastPara="1" rIns="91375" wrap="square" tIns="456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-KR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1" y="4740042"/>
            <a:ext cx="5486400" cy="4490561"/>
          </a:xfrm>
          <a:prstGeom prst="rect">
            <a:avLst/>
          </a:prstGeom>
        </p:spPr>
        <p:txBody>
          <a:bodyPr anchorCtr="0" anchor="t" bIns="45675" lIns="91375" spcFirstLastPara="1" rIns="91375" wrap="square" tIns="45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/>
          <p:nvPr>
            <p:ph idx="2" type="sldImg"/>
          </p:nvPr>
        </p:nvSpPr>
        <p:spPr>
          <a:xfrm>
            <a:off x="579438" y="747713"/>
            <a:ext cx="5699125" cy="37433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/>
          <p:nvPr>
            <p:ph idx="2" type="sldImg"/>
          </p:nvPr>
        </p:nvSpPr>
        <p:spPr>
          <a:xfrm>
            <a:off x="579438" y="747713"/>
            <a:ext cx="5699125" cy="37433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1" y="4740042"/>
            <a:ext cx="5486400" cy="449056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375" spcFirstLastPara="1" rIns="91375" wrap="square" tIns="45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 txBox="1"/>
          <p:nvPr>
            <p:ph idx="12" type="sldNum"/>
          </p:nvPr>
        </p:nvSpPr>
        <p:spPr>
          <a:xfrm>
            <a:off x="3884614" y="9478347"/>
            <a:ext cx="2971801" cy="498950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91375" spcFirstLastPara="1" rIns="91375" wrap="square" tIns="456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/>
          <p:nvPr>
            <p:ph idx="2" type="sldImg"/>
          </p:nvPr>
        </p:nvSpPr>
        <p:spPr>
          <a:xfrm>
            <a:off x="579438" y="747713"/>
            <a:ext cx="5699125" cy="37433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3:notes"/>
          <p:cNvSpPr txBox="1"/>
          <p:nvPr>
            <p:ph idx="1" type="body"/>
          </p:nvPr>
        </p:nvSpPr>
        <p:spPr>
          <a:xfrm>
            <a:off x="685801" y="4740042"/>
            <a:ext cx="5486400" cy="449056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375" spcFirstLastPara="1" rIns="91375" wrap="square" tIns="45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:notes"/>
          <p:cNvSpPr txBox="1"/>
          <p:nvPr>
            <p:ph idx="12" type="sldNum"/>
          </p:nvPr>
        </p:nvSpPr>
        <p:spPr>
          <a:xfrm>
            <a:off x="3884614" y="9478347"/>
            <a:ext cx="2971801" cy="498950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91375" spcFirstLastPara="1" rIns="91375" wrap="square" tIns="456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/>
          <p:nvPr>
            <p:ph idx="2" type="sldImg"/>
          </p:nvPr>
        </p:nvSpPr>
        <p:spPr>
          <a:xfrm>
            <a:off x="579438" y="747713"/>
            <a:ext cx="5699125" cy="37433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685801" y="4740042"/>
            <a:ext cx="5486400" cy="449056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375" spcFirstLastPara="1" rIns="91375" wrap="square" tIns="45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:notes"/>
          <p:cNvSpPr txBox="1"/>
          <p:nvPr>
            <p:ph idx="12" type="sldNum"/>
          </p:nvPr>
        </p:nvSpPr>
        <p:spPr>
          <a:xfrm>
            <a:off x="3884614" y="9478347"/>
            <a:ext cx="2971801" cy="498950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91375" spcFirstLastPara="1" rIns="91375" wrap="square" tIns="456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/>
          <p:nvPr>
            <p:ph idx="2" type="sldImg"/>
          </p:nvPr>
        </p:nvSpPr>
        <p:spPr>
          <a:xfrm>
            <a:off x="579438" y="747713"/>
            <a:ext cx="5699125" cy="37433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5:notes"/>
          <p:cNvSpPr txBox="1"/>
          <p:nvPr>
            <p:ph idx="1" type="body"/>
          </p:nvPr>
        </p:nvSpPr>
        <p:spPr>
          <a:xfrm>
            <a:off x="685801" y="4740042"/>
            <a:ext cx="5486400" cy="449056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375" spcFirstLastPara="1" rIns="91375" wrap="square" tIns="45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:notes"/>
          <p:cNvSpPr txBox="1"/>
          <p:nvPr>
            <p:ph idx="12" type="sldNum"/>
          </p:nvPr>
        </p:nvSpPr>
        <p:spPr>
          <a:xfrm>
            <a:off x="3884614" y="9478347"/>
            <a:ext cx="2971801" cy="498950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91375" spcFirstLastPara="1" rIns="91375" wrap="square" tIns="456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/>
          <p:nvPr>
            <p:ph idx="2" type="sldImg"/>
          </p:nvPr>
        </p:nvSpPr>
        <p:spPr>
          <a:xfrm>
            <a:off x="579438" y="747713"/>
            <a:ext cx="5699125" cy="37433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6:notes"/>
          <p:cNvSpPr txBox="1"/>
          <p:nvPr>
            <p:ph idx="1" type="body"/>
          </p:nvPr>
        </p:nvSpPr>
        <p:spPr>
          <a:xfrm>
            <a:off x="685801" y="4740042"/>
            <a:ext cx="5486400" cy="449056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375" spcFirstLastPara="1" rIns="91375" wrap="square" tIns="45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:notes"/>
          <p:cNvSpPr txBox="1"/>
          <p:nvPr>
            <p:ph idx="12" type="sldNum"/>
          </p:nvPr>
        </p:nvSpPr>
        <p:spPr>
          <a:xfrm>
            <a:off x="3884614" y="9478347"/>
            <a:ext cx="2971801" cy="498950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91375" spcFirstLastPara="1" rIns="91375" wrap="square" tIns="456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/>
          <p:cNvSpPr/>
          <p:nvPr>
            <p:ph idx="2" type="sldImg"/>
          </p:nvPr>
        </p:nvSpPr>
        <p:spPr>
          <a:xfrm>
            <a:off x="579438" y="747713"/>
            <a:ext cx="5699125" cy="37433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7:notes"/>
          <p:cNvSpPr txBox="1"/>
          <p:nvPr>
            <p:ph idx="1" type="body"/>
          </p:nvPr>
        </p:nvSpPr>
        <p:spPr>
          <a:xfrm>
            <a:off x="685801" y="4740042"/>
            <a:ext cx="5486400" cy="449056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375" spcFirstLastPara="1" rIns="91375" wrap="square" tIns="45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:notes"/>
          <p:cNvSpPr txBox="1"/>
          <p:nvPr>
            <p:ph idx="12" type="sldNum"/>
          </p:nvPr>
        </p:nvSpPr>
        <p:spPr>
          <a:xfrm>
            <a:off x="3884614" y="9478347"/>
            <a:ext cx="2971801" cy="498950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91375" spcFirstLastPara="1" rIns="91375" wrap="square" tIns="456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/>
          <p:nvPr>
            <p:ph idx="2" type="sldImg"/>
          </p:nvPr>
        </p:nvSpPr>
        <p:spPr>
          <a:xfrm>
            <a:off x="579438" y="747713"/>
            <a:ext cx="5699125" cy="37433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8:notes"/>
          <p:cNvSpPr txBox="1"/>
          <p:nvPr>
            <p:ph idx="1" type="body"/>
          </p:nvPr>
        </p:nvSpPr>
        <p:spPr>
          <a:xfrm>
            <a:off x="685801" y="4740042"/>
            <a:ext cx="5486400" cy="449056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375" spcFirstLastPara="1" rIns="91375" wrap="square" tIns="45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:notes"/>
          <p:cNvSpPr txBox="1"/>
          <p:nvPr>
            <p:ph idx="12" type="sldNum"/>
          </p:nvPr>
        </p:nvSpPr>
        <p:spPr>
          <a:xfrm>
            <a:off x="3884614" y="9478347"/>
            <a:ext cx="2971801" cy="498950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91375" spcFirstLastPara="1" rIns="91375" wrap="square" tIns="456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:notes"/>
          <p:cNvSpPr/>
          <p:nvPr>
            <p:ph idx="2" type="sldImg"/>
          </p:nvPr>
        </p:nvSpPr>
        <p:spPr>
          <a:xfrm>
            <a:off x="579438" y="747713"/>
            <a:ext cx="5699125" cy="37433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9:notes"/>
          <p:cNvSpPr txBox="1"/>
          <p:nvPr>
            <p:ph idx="1" type="body"/>
          </p:nvPr>
        </p:nvSpPr>
        <p:spPr>
          <a:xfrm>
            <a:off x="685801" y="4740042"/>
            <a:ext cx="5486400" cy="449056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375" spcFirstLastPara="1" rIns="91375" wrap="square" tIns="45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:notes"/>
          <p:cNvSpPr txBox="1"/>
          <p:nvPr>
            <p:ph idx="12" type="sldNum"/>
          </p:nvPr>
        </p:nvSpPr>
        <p:spPr>
          <a:xfrm>
            <a:off x="3884614" y="9478347"/>
            <a:ext cx="2971801" cy="498950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91375" spcFirstLastPara="1" rIns="91375" wrap="square" tIns="456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522049" y="6356352"/>
            <a:ext cx="243623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53625" lIns="107275" spcFirstLastPara="1" rIns="107275" wrap="square" tIns="536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3567338" y="6356352"/>
            <a:ext cx="33063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53625" lIns="107275" spcFirstLastPara="1" rIns="107275" wrap="square" tIns="536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7482708" y="6356352"/>
            <a:ext cx="243623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53625" lIns="107275" spcFirstLastPara="1" rIns="107275" wrap="square" tIns="536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19" name="Google Shape;19;p2"/>
          <p:cNvSpPr/>
          <p:nvPr/>
        </p:nvSpPr>
        <p:spPr>
          <a:xfrm>
            <a:off x="0" y="-17788"/>
            <a:ext cx="10440988" cy="206436"/>
          </a:xfrm>
          <a:prstGeom prst="rect">
            <a:avLst/>
          </a:prstGeom>
          <a:solidFill>
            <a:srgbClr val="2872B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" name="Google Shape;20;p2"/>
          <p:cNvSpPr/>
          <p:nvPr/>
        </p:nvSpPr>
        <p:spPr>
          <a:xfrm>
            <a:off x="0" y="6691570"/>
            <a:ext cx="10440988" cy="206436"/>
          </a:xfrm>
          <a:prstGeom prst="rect">
            <a:avLst/>
          </a:prstGeom>
          <a:solidFill>
            <a:srgbClr val="2872B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ctrTitle"/>
          </p:nvPr>
        </p:nvSpPr>
        <p:spPr>
          <a:xfrm>
            <a:off x="783074" y="2130427"/>
            <a:ext cx="887484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53625" lIns="107275" spcFirstLastPara="1" rIns="107275" wrap="square" tIns="536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subTitle"/>
          </p:nvPr>
        </p:nvSpPr>
        <p:spPr>
          <a:xfrm>
            <a:off x="1566148" y="3886200"/>
            <a:ext cx="7308692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53625" lIns="107275" spcFirstLastPara="1" rIns="107275" wrap="square" tIns="53625">
            <a:normAutofit/>
          </a:bodyPr>
          <a:lstStyle>
            <a:lvl1pPr lvl="0" algn="ctr">
              <a:spcBef>
                <a:spcPts val="760"/>
              </a:spcBef>
              <a:spcAft>
                <a:spcPts val="0"/>
              </a:spcAft>
              <a:buClr>
                <a:srgbClr val="888888"/>
              </a:buClr>
              <a:buSzPts val="38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660"/>
              </a:spcBef>
              <a:spcAft>
                <a:spcPts val="0"/>
              </a:spcAft>
              <a:buClr>
                <a:srgbClr val="888888"/>
              </a:buClr>
              <a:buSzPts val="33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60"/>
              </a:spcBef>
              <a:spcAft>
                <a:spcPts val="0"/>
              </a:spcAft>
              <a:buClr>
                <a:srgbClr val="888888"/>
              </a:buClr>
              <a:buSzPts val="23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60"/>
              </a:spcBef>
              <a:spcAft>
                <a:spcPts val="0"/>
              </a:spcAft>
              <a:buClr>
                <a:srgbClr val="888888"/>
              </a:buClr>
              <a:buSzPts val="23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60"/>
              </a:spcBef>
              <a:spcAft>
                <a:spcPts val="0"/>
              </a:spcAft>
              <a:buClr>
                <a:srgbClr val="888888"/>
              </a:buClr>
              <a:buSzPts val="23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60"/>
              </a:spcBef>
              <a:spcAft>
                <a:spcPts val="0"/>
              </a:spcAft>
              <a:buClr>
                <a:srgbClr val="888888"/>
              </a:buClr>
              <a:buSzPts val="23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60"/>
              </a:spcBef>
              <a:spcAft>
                <a:spcPts val="0"/>
              </a:spcAft>
              <a:buClr>
                <a:srgbClr val="888888"/>
              </a:buClr>
              <a:buSzPts val="23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60"/>
              </a:spcBef>
              <a:spcAft>
                <a:spcPts val="0"/>
              </a:spcAft>
              <a:buClr>
                <a:srgbClr val="888888"/>
              </a:buClr>
              <a:buSzPts val="23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522049" y="6356352"/>
            <a:ext cx="243623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53625" lIns="107275" spcFirstLastPara="1" rIns="107275" wrap="square" tIns="536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3567338" y="6356352"/>
            <a:ext cx="33063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53625" lIns="107275" spcFirstLastPara="1" rIns="107275" wrap="square" tIns="536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7482708" y="6356352"/>
            <a:ext cx="243623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53625" lIns="107275" spcFirstLastPara="1" rIns="107275" wrap="square" tIns="536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522050" y="274637"/>
            <a:ext cx="9396889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625" lIns="107275" spcFirstLastPara="1" rIns="107275" wrap="square" tIns="536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522050" y="1600202"/>
            <a:ext cx="9396889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53625" lIns="107275" spcFirstLastPara="1" rIns="107275" wrap="square" tIns="53625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522049" y="6356352"/>
            <a:ext cx="243623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53625" lIns="107275" spcFirstLastPara="1" rIns="107275" wrap="square" tIns="536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3567338" y="6356352"/>
            <a:ext cx="33063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53625" lIns="107275" spcFirstLastPara="1" rIns="107275" wrap="square" tIns="536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7482708" y="6356352"/>
            <a:ext cx="243623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53625" lIns="107275" spcFirstLastPara="1" rIns="107275" wrap="square" tIns="536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824766" y="4406902"/>
            <a:ext cx="887484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53625" lIns="107275" spcFirstLastPara="1" rIns="107275" wrap="square" tIns="5362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Malgun Gothic"/>
              <a:buNone/>
              <a:defRPr b="1" sz="47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824766" y="2906713"/>
            <a:ext cx="887484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53625" lIns="107275" spcFirstLastPara="1" rIns="107275" wrap="square" tIns="53625">
            <a:normAutofit/>
          </a:bodyPr>
          <a:lstStyle>
            <a:lvl1pPr indent="-228600" lvl="0" marL="457200" algn="l">
              <a:spcBef>
                <a:spcPts val="460"/>
              </a:spcBef>
              <a:spcAft>
                <a:spcPts val="0"/>
              </a:spcAft>
              <a:buClr>
                <a:srgbClr val="888888"/>
              </a:buClr>
              <a:buSzPts val="2300"/>
              <a:buNone/>
              <a:defRPr sz="23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42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 sz="21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" name="Google Shape;36;p5"/>
          <p:cNvSpPr txBox="1"/>
          <p:nvPr>
            <p:ph idx="10" type="dt"/>
          </p:nvPr>
        </p:nvSpPr>
        <p:spPr>
          <a:xfrm>
            <a:off x="522049" y="6356352"/>
            <a:ext cx="243623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53625" lIns="107275" spcFirstLastPara="1" rIns="107275" wrap="square" tIns="536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1" type="ftr"/>
          </p:nvPr>
        </p:nvSpPr>
        <p:spPr>
          <a:xfrm>
            <a:off x="3567338" y="6356352"/>
            <a:ext cx="33063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53625" lIns="107275" spcFirstLastPara="1" rIns="107275" wrap="square" tIns="536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2" type="sldNum"/>
          </p:nvPr>
        </p:nvSpPr>
        <p:spPr>
          <a:xfrm>
            <a:off x="7482708" y="6356352"/>
            <a:ext cx="243623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53625" lIns="107275" spcFirstLastPara="1" rIns="107275" wrap="square" tIns="536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/>
          <p:nvPr>
            <p:ph type="title"/>
          </p:nvPr>
        </p:nvSpPr>
        <p:spPr>
          <a:xfrm>
            <a:off x="522050" y="274637"/>
            <a:ext cx="9396889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625" lIns="107275" spcFirstLastPara="1" rIns="107275" wrap="square" tIns="536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" type="body"/>
          </p:nvPr>
        </p:nvSpPr>
        <p:spPr>
          <a:xfrm>
            <a:off x="522050" y="1600202"/>
            <a:ext cx="4611436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53625" lIns="107275" spcFirstLastPara="1" rIns="107275" wrap="square" tIns="53625">
            <a:normAutofit/>
          </a:bodyPr>
          <a:lstStyle>
            <a:lvl1pPr indent="-438150" lvl="0" marL="457200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Char char="•"/>
              <a:defRPr sz="33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74650" lvl="2" marL="137160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 sz="2300"/>
            </a:lvl3pPr>
            <a:lvl4pPr indent="-361950" lvl="3" marL="1828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4pPr>
            <a:lvl5pPr indent="-361950" lvl="4" marL="22860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»"/>
              <a:defRPr sz="2100"/>
            </a:lvl5pPr>
            <a:lvl6pPr indent="-361950" lvl="5" marL="27432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6pPr>
            <a:lvl7pPr indent="-361950" lvl="6" marL="3200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7pPr>
            <a:lvl8pPr indent="-361950" lvl="7" marL="3657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8pPr>
            <a:lvl9pPr indent="-361950" lvl="8" marL="4114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9pPr>
          </a:lstStyle>
          <a:p/>
        </p:txBody>
      </p:sp>
      <p:sp>
        <p:nvSpPr>
          <p:cNvPr id="42" name="Google Shape;42;p6"/>
          <p:cNvSpPr txBox="1"/>
          <p:nvPr>
            <p:ph idx="2" type="body"/>
          </p:nvPr>
        </p:nvSpPr>
        <p:spPr>
          <a:xfrm>
            <a:off x="5307502" y="1600202"/>
            <a:ext cx="4611436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53625" lIns="107275" spcFirstLastPara="1" rIns="107275" wrap="square" tIns="53625">
            <a:normAutofit/>
          </a:bodyPr>
          <a:lstStyle>
            <a:lvl1pPr indent="-438150" lvl="0" marL="457200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Char char="•"/>
              <a:defRPr sz="33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74650" lvl="2" marL="137160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 sz="2300"/>
            </a:lvl3pPr>
            <a:lvl4pPr indent="-361950" lvl="3" marL="1828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4pPr>
            <a:lvl5pPr indent="-361950" lvl="4" marL="22860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»"/>
              <a:defRPr sz="2100"/>
            </a:lvl5pPr>
            <a:lvl6pPr indent="-361950" lvl="5" marL="27432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6pPr>
            <a:lvl7pPr indent="-361950" lvl="6" marL="3200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7pPr>
            <a:lvl8pPr indent="-361950" lvl="7" marL="3657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8pPr>
            <a:lvl9pPr indent="-361950" lvl="8" marL="4114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9pPr>
          </a:lstStyle>
          <a:p/>
        </p:txBody>
      </p:sp>
      <p:sp>
        <p:nvSpPr>
          <p:cNvPr id="43" name="Google Shape;43;p6"/>
          <p:cNvSpPr txBox="1"/>
          <p:nvPr>
            <p:ph idx="10" type="dt"/>
          </p:nvPr>
        </p:nvSpPr>
        <p:spPr>
          <a:xfrm>
            <a:off x="522049" y="6356352"/>
            <a:ext cx="243623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53625" lIns="107275" spcFirstLastPara="1" rIns="107275" wrap="square" tIns="536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1" type="ftr"/>
          </p:nvPr>
        </p:nvSpPr>
        <p:spPr>
          <a:xfrm>
            <a:off x="3567338" y="6356352"/>
            <a:ext cx="33063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53625" lIns="107275" spcFirstLastPara="1" rIns="107275" wrap="square" tIns="536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7482708" y="6356352"/>
            <a:ext cx="243623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53625" lIns="107275" spcFirstLastPara="1" rIns="107275" wrap="square" tIns="536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522050" y="274637"/>
            <a:ext cx="9396889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625" lIns="107275" spcFirstLastPara="1" rIns="107275" wrap="square" tIns="536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algun Gothic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522050" y="1535114"/>
            <a:ext cx="4613249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53625" lIns="107275" spcFirstLastPara="1" rIns="107275" wrap="square" tIns="53625">
            <a:normAutofit/>
          </a:bodyPr>
          <a:lstStyle>
            <a:lvl1pPr indent="-2286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/>
            </a:lvl1pPr>
            <a:lvl2pPr indent="-228600" lvl="1" marL="91440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/>
            </a:lvl2pPr>
            <a:lvl3pPr indent="-228600" lvl="2" marL="1371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3pPr>
            <a:lvl4pPr indent="-228600" lvl="3" marL="18288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4pPr>
            <a:lvl5pPr indent="-228600" lvl="4" marL="22860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5pPr>
            <a:lvl6pPr indent="-228600" lvl="5" marL="27432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6pPr>
            <a:lvl7pPr indent="-228600" lvl="6" marL="32004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7pPr>
            <a:lvl8pPr indent="-228600" lvl="7" marL="36576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8pPr>
            <a:lvl9pPr indent="-228600" lvl="8" marL="41148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9pPr>
          </a:lstStyle>
          <a:p/>
        </p:txBody>
      </p:sp>
      <p:sp>
        <p:nvSpPr>
          <p:cNvPr id="49" name="Google Shape;49;p7"/>
          <p:cNvSpPr txBox="1"/>
          <p:nvPr>
            <p:ph idx="2" type="body"/>
          </p:nvPr>
        </p:nvSpPr>
        <p:spPr>
          <a:xfrm>
            <a:off x="522050" y="2174875"/>
            <a:ext cx="4613249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53625" lIns="107275" spcFirstLastPara="1" rIns="107275" wrap="square" tIns="53625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74650" lvl="1" marL="91440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Char char="–"/>
              <a:defRPr sz="2300"/>
            </a:lvl2pPr>
            <a:lvl3pPr indent="-361950" lvl="2" marL="1371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3pPr>
            <a:lvl4pPr indent="-349250" lvl="3" marL="18288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 sz="1900"/>
            </a:lvl4pPr>
            <a:lvl5pPr indent="-349250" lvl="4" marL="22860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»"/>
              <a:defRPr sz="1900"/>
            </a:lvl5pPr>
            <a:lvl6pPr indent="-349250" lvl="5" marL="27432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6pPr>
            <a:lvl7pPr indent="-349250" lvl="6" marL="32004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7pPr>
            <a:lvl8pPr indent="-349250" lvl="7" marL="36576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8pPr>
            <a:lvl9pPr indent="-349250" lvl="8" marL="41148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9pPr>
          </a:lstStyle>
          <a:p/>
        </p:txBody>
      </p:sp>
      <p:sp>
        <p:nvSpPr>
          <p:cNvPr id="50" name="Google Shape;50;p7"/>
          <p:cNvSpPr txBox="1"/>
          <p:nvPr>
            <p:ph idx="3" type="body"/>
          </p:nvPr>
        </p:nvSpPr>
        <p:spPr>
          <a:xfrm>
            <a:off x="5303879" y="1535114"/>
            <a:ext cx="4615062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53625" lIns="107275" spcFirstLastPara="1" rIns="107275" wrap="square" tIns="53625">
            <a:normAutofit/>
          </a:bodyPr>
          <a:lstStyle>
            <a:lvl1pPr indent="-2286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/>
            </a:lvl1pPr>
            <a:lvl2pPr indent="-228600" lvl="1" marL="91440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/>
            </a:lvl2pPr>
            <a:lvl3pPr indent="-228600" lvl="2" marL="1371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3pPr>
            <a:lvl4pPr indent="-228600" lvl="3" marL="18288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4pPr>
            <a:lvl5pPr indent="-228600" lvl="4" marL="22860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5pPr>
            <a:lvl6pPr indent="-228600" lvl="5" marL="27432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6pPr>
            <a:lvl7pPr indent="-228600" lvl="6" marL="32004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7pPr>
            <a:lvl8pPr indent="-228600" lvl="7" marL="36576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8pPr>
            <a:lvl9pPr indent="-228600" lvl="8" marL="41148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9pPr>
          </a:lstStyle>
          <a:p/>
        </p:txBody>
      </p:sp>
      <p:sp>
        <p:nvSpPr>
          <p:cNvPr id="51" name="Google Shape;51;p7"/>
          <p:cNvSpPr txBox="1"/>
          <p:nvPr>
            <p:ph idx="4" type="body"/>
          </p:nvPr>
        </p:nvSpPr>
        <p:spPr>
          <a:xfrm>
            <a:off x="5303879" y="2174875"/>
            <a:ext cx="4615062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53625" lIns="107275" spcFirstLastPara="1" rIns="107275" wrap="square" tIns="53625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74650" lvl="1" marL="91440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Char char="–"/>
              <a:defRPr sz="2300"/>
            </a:lvl2pPr>
            <a:lvl3pPr indent="-361950" lvl="2" marL="1371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3pPr>
            <a:lvl4pPr indent="-349250" lvl="3" marL="18288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 sz="1900"/>
            </a:lvl4pPr>
            <a:lvl5pPr indent="-349250" lvl="4" marL="22860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»"/>
              <a:defRPr sz="1900"/>
            </a:lvl5pPr>
            <a:lvl6pPr indent="-349250" lvl="5" marL="27432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6pPr>
            <a:lvl7pPr indent="-349250" lvl="6" marL="32004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7pPr>
            <a:lvl8pPr indent="-349250" lvl="7" marL="36576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8pPr>
            <a:lvl9pPr indent="-349250" lvl="8" marL="41148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9pPr>
          </a:lstStyle>
          <a:p/>
        </p:txBody>
      </p:sp>
      <p:sp>
        <p:nvSpPr>
          <p:cNvPr id="52" name="Google Shape;52;p7"/>
          <p:cNvSpPr txBox="1"/>
          <p:nvPr>
            <p:ph idx="10" type="dt"/>
          </p:nvPr>
        </p:nvSpPr>
        <p:spPr>
          <a:xfrm>
            <a:off x="522049" y="6356352"/>
            <a:ext cx="243623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53625" lIns="107275" spcFirstLastPara="1" rIns="107275" wrap="square" tIns="536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1" type="ftr"/>
          </p:nvPr>
        </p:nvSpPr>
        <p:spPr>
          <a:xfrm>
            <a:off x="3567338" y="6356352"/>
            <a:ext cx="33063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53625" lIns="107275" spcFirstLastPara="1" rIns="107275" wrap="square" tIns="536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7482708" y="6356352"/>
            <a:ext cx="243623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53625" lIns="107275" spcFirstLastPara="1" rIns="107275" wrap="square" tIns="536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/>
          <p:nvPr>
            <p:ph type="title"/>
          </p:nvPr>
        </p:nvSpPr>
        <p:spPr>
          <a:xfrm>
            <a:off x="522050" y="274637"/>
            <a:ext cx="9396889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625" lIns="107275" spcFirstLastPara="1" rIns="107275" wrap="square" tIns="536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0" type="dt"/>
          </p:nvPr>
        </p:nvSpPr>
        <p:spPr>
          <a:xfrm>
            <a:off x="522049" y="6356352"/>
            <a:ext cx="243623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53625" lIns="107275" spcFirstLastPara="1" rIns="107275" wrap="square" tIns="536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1" type="ftr"/>
          </p:nvPr>
        </p:nvSpPr>
        <p:spPr>
          <a:xfrm>
            <a:off x="3567338" y="6356352"/>
            <a:ext cx="33063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53625" lIns="107275" spcFirstLastPara="1" rIns="107275" wrap="square" tIns="536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2" type="sldNum"/>
          </p:nvPr>
        </p:nvSpPr>
        <p:spPr>
          <a:xfrm>
            <a:off x="7482708" y="6356352"/>
            <a:ext cx="243623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53625" lIns="107275" spcFirstLastPara="1" rIns="107275" wrap="square" tIns="536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/>
          <p:nvPr>
            <p:ph type="title"/>
          </p:nvPr>
        </p:nvSpPr>
        <p:spPr>
          <a:xfrm>
            <a:off x="522052" y="273050"/>
            <a:ext cx="3435013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53625" lIns="107275" spcFirstLastPara="1" rIns="107275" wrap="square" tIns="5362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Malgun Gothic"/>
              <a:buNone/>
              <a:defRPr b="1" sz="23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1" type="body"/>
          </p:nvPr>
        </p:nvSpPr>
        <p:spPr>
          <a:xfrm>
            <a:off x="4082137" y="273052"/>
            <a:ext cx="5836802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53625" lIns="107275" spcFirstLastPara="1" rIns="107275" wrap="square" tIns="53625">
            <a:normAutofit/>
          </a:bodyPr>
          <a:lstStyle>
            <a:lvl1pPr indent="-469900" lvl="0" marL="457200" algn="l">
              <a:spcBef>
                <a:spcPts val="760"/>
              </a:spcBef>
              <a:spcAft>
                <a:spcPts val="0"/>
              </a:spcAft>
              <a:buClr>
                <a:schemeClr val="dk1"/>
              </a:buClr>
              <a:buSzPts val="3800"/>
              <a:buChar char="•"/>
              <a:defRPr sz="3800"/>
            </a:lvl1pPr>
            <a:lvl2pPr indent="-438150" lvl="1" marL="914400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Char char="–"/>
              <a:defRPr sz="3300"/>
            </a:lvl2pPr>
            <a:lvl3pPr indent="-406400" lvl="2" marL="13716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3pPr>
            <a:lvl4pPr indent="-374650" lvl="3" marL="182880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Char char="–"/>
              <a:defRPr sz="2300"/>
            </a:lvl4pPr>
            <a:lvl5pPr indent="-374650" lvl="4" marL="228600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Char char="»"/>
              <a:defRPr sz="2300"/>
            </a:lvl5pPr>
            <a:lvl6pPr indent="-374650" lvl="5" marL="274320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 sz="2300"/>
            </a:lvl6pPr>
            <a:lvl7pPr indent="-374650" lvl="6" marL="320040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 sz="2300"/>
            </a:lvl7pPr>
            <a:lvl8pPr indent="-374650" lvl="7" marL="365760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 sz="2300"/>
            </a:lvl8pPr>
            <a:lvl9pPr indent="-374650" lvl="8" marL="411480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 sz="2300"/>
            </a:lvl9pPr>
          </a:lstStyle>
          <a:p/>
        </p:txBody>
      </p:sp>
      <p:sp>
        <p:nvSpPr>
          <p:cNvPr id="63" name="Google Shape;63;p9"/>
          <p:cNvSpPr txBox="1"/>
          <p:nvPr>
            <p:ph idx="2" type="body"/>
          </p:nvPr>
        </p:nvSpPr>
        <p:spPr>
          <a:xfrm>
            <a:off x="522052" y="1435102"/>
            <a:ext cx="34350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53625" lIns="107275" spcFirstLastPara="1" rIns="107275" wrap="square" tIns="53625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4pPr>
            <a:lvl5pPr indent="-228600" lvl="4" marL="228600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228600" lvl="5" marL="274320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6pPr>
            <a:lvl7pPr indent="-228600" lvl="6" marL="320040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7pPr>
            <a:lvl8pPr indent="-228600" lvl="7" marL="365760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8pPr>
            <a:lvl9pPr indent="-228600" lvl="8" marL="411480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9pPr>
          </a:lstStyle>
          <a:p/>
        </p:txBody>
      </p:sp>
      <p:sp>
        <p:nvSpPr>
          <p:cNvPr id="64" name="Google Shape;64;p9"/>
          <p:cNvSpPr txBox="1"/>
          <p:nvPr>
            <p:ph idx="10" type="dt"/>
          </p:nvPr>
        </p:nvSpPr>
        <p:spPr>
          <a:xfrm>
            <a:off x="522049" y="6356352"/>
            <a:ext cx="243623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53625" lIns="107275" spcFirstLastPara="1" rIns="107275" wrap="square" tIns="536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9"/>
          <p:cNvSpPr txBox="1"/>
          <p:nvPr>
            <p:ph idx="11" type="ftr"/>
          </p:nvPr>
        </p:nvSpPr>
        <p:spPr>
          <a:xfrm>
            <a:off x="3567338" y="6356352"/>
            <a:ext cx="33063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53625" lIns="107275" spcFirstLastPara="1" rIns="107275" wrap="square" tIns="536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9"/>
          <p:cNvSpPr txBox="1"/>
          <p:nvPr>
            <p:ph idx="12" type="sldNum"/>
          </p:nvPr>
        </p:nvSpPr>
        <p:spPr>
          <a:xfrm>
            <a:off x="7482708" y="6356352"/>
            <a:ext cx="243623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53625" lIns="107275" spcFirstLastPara="1" rIns="107275" wrap="square" tIns="536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"/>
          <p:cNvSpPr txBox="1"/>
          <p:nvPr>
            <p:ph type="title"/>
          </p:nvPr>
        </p:nvSpPr>
        <p:spPr>
          <a:xfrm>
            <a:off x="2046506" y="4800601"/>
            <a:ext cx="6264593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53625" lIns="107275" spcFirstLastPara="1" rIns="107275" wrap="square" tIns="5362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Malgun Gothic"/>
              <a:buNone/>
              <a:defRPr b="1" sz="23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/>
          <p:nvPr>
            <p:ph idx="2" type="pic"/>
          </p:nvPr>
        </p:nvSpPr>
        <p:spPr>
          <a:xfrm>
            <a:off x="2046506" y="612775"/>
            <a:ext cx="6264593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0"/>
          <p:cNvSpPr txBox="1"/>
          <p:nvPr>
            <p:ph idx="1" type="body"/>
          </p:nvPr>
        </p:nvSpPr>
        <p:spPr>
          <a:xfrm>
            <a:off x="2046506" y="5367339"/>
            <a:ext cx="6264593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53625" lIns="107275" spcFirstLastPara="1" rIns="107275" wrap="square" tIns="53625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4pPr>
            <a:lvl5pPr indent="-228600" lvl="4" marL="228600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228600" lvl="5" marL="274320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6pPr>
            <a:lvl7pPr indent="-228600" lvl="6" marL="320040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7pPr>
            <a:lvl8pPr indent="-228600" lvl="7" marL="365760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8pPr>
            <a:lvl9pPr indent="-228600" lvl="8" marL="411480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9pPr>
          </a:lstStyle>
          <a:p/>
        </p:txBody>
      </p:sp>
      <p:sp>
        <p:nvSpPr>
          <p:cNvPr id="71" name="Google Shape;71;p10"/>
          <p:cNvSpPr txBox="1"/>
          <p:nvPr>
            <p:ph idx="10" type="dt"/>
          </p:nvPr>
        </p:nvSpPr>
        <p:spPr>
          <a:xfrm>
            <a:off x="522049" y="6356352"/>
            <a:ext cx="243623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53625" lIns="107275" spcFirstLastPara="1" rIns="107275" wrap="square" tIns="536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0"/>
          <p:cNvSpPr txBox="1"/>
          <p:nvPr>
            <p:ph idx="11" type="ftr"/>
          </p:nvPr>
        </p:nvSpPr>
        <p:spPr>
          <a:xfrm>
            <a:off x="3567338" y="6356352"/>
            <a:ext cx="33063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53625" lIns="107275" spcFirstLastPara="1" rIns="107275" wrap="square" tIns="536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0"/>
          <p:cNvSpPr txBox="1"/>
          <p:nvPr>
            <p:ph idx="12" type="sldNum"/>
          </p:nvPr>
        </p:nvSpPr>
        <p:spPr>
          <a:xfrm>
            <a:off x="7482708" y="6356352"/>
            <a:ext cx="243623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53625" lIns="107275" spcFirstLastPara="1" rIns="107275" wrap="square" tIns="536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"/>
          <p:cNvSpPr txBox="1"/>
          <p:nvPr>
            <p:ph type="title"/>
          </p:nvPr>
        </p:nvSpPr>
        <p:spPr>
          <a:xfrm>
            <a:off x="522050" y="274637"/>
            <a:ext cx="9396889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625" lIns="107275" spcFirstLastPara="1" rIns="107275" wrap="square" tIns="536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" type="body"/>
          </p:nvPr>
        </p:nvSpPr>
        <p:spPr>
          <a:xfrm rot="5400000">
            <a:off x="2957513" y="-835261"/>
            <a:ext cx="4525963" cy="9396889"/>
          </a:xfrm>
          <a:prstGeom prst="rect">
            <a:avLst/>
          </a:prstGeom>
          <a:noFill/>
          <a:ln>
            <a:noFill/>
          </a:ln>
        </p:spPr>
        <p:txBody>
          <a:bodyPr anchorCtr="0" anchor="t" bIns="53625" lIns="107275" spcFirstLastPara="1" rIns="107275" wrap="square" tIns="53625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0" type="dt"/>
          </p:nvPr>
        </p:nvSpPr>
        <p:spPr>
          <a:xfrm>
            <a:off x="522049" y="6356352"/>
            <a:ext cx="243623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53625" lIns="107275" spcFirstLastPara="1" rIns="107275" wrap="square" tIns="536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1"/>
          <p:cNvSpPr txBox="1"/>
          <p:nvPr>
            <p:ph idx="11" type="ftr"/>
          </p:nvPr>
        </p:nvSpPr>
        <p:spPr>
          <a:xfrm>
            <a:off x="3567338" y="6356352"/>
            <a:ext cx="33063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53625" lIns="107275" spcFirstLastPara="1" rIns="107275" wrap="square" tIns="536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7482708" y="6356352"/>
            <a:ext cx="243623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53625" lIns="107275" spcFirstLastPara="1" rIns="107275" wrap="square" tIns="536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type="title"/>
          </p:nvPr>
        </p:nvSpPr>
        <p:spPr>
          <a:xfrm rot="5400000">
            <a:off x="5818565" y="2025791"/>
            <a:ext cx="5851525" cy="2349222"/>
          </a:xfrm>
          <a:prstGeom prst="rect">
            <a:avLst/>
          </a:prstGeom>
          <a:noFill/>
          <a:ln>
            <a:noFill/>
          </a:ln>
        </p:spPr>
        <p:txBody>
          <a:bodyPr anchorCtr="0" anchor="ctr" bIns="53625" lIns="107275" spcFirstLastPara="1" rIns="107275" wrap="square" tIns="536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" type="body"/>
          </p:nvPr>
        </p:nvSpPr>
        <p:spPr>
          <a:xfrm rot="5400000">
            <a:off x="1033113" y="-236424"/>
            <a:ext cx="5851525" cy="6873650"/>
          </a:xfrm>
          <a:prstGeom prst="rect">
            <a:avLst/>
          </a:prstGeom>
          <a:noFill/>
          <a:ln>
            <a:noFill/>
          </a:ln>
        </p:spPr>
        <p:txBody>
          <a:bodyPr anchorCtr="0" anchor="t" bIns="53625" lIns="107275" spcFirstLastPara="1" rIns="107275" wrap="square" tIns="53625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0" type="dt"/>
          </p:nvPr>
        </p:nvSpPr>
        <p:spPr>
          <a:xfrm>
            <a:off x="522049" y="6356352"/>
            <a:ext cx="243623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53625" lIns="107275" spcFirstLastPara="1" rIns="107275" wrap="square" tIns="536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2"/>
          <p:cNvSpPr txBox="1"/>
          <p:nvPr>
            <p:ph idx="11" type="ftr"/>
          </p:nvPr>
        </p:nvSpPr>
        <p:spPr>
          <a:xfrm>
            <a:off x="3567338" y="6356352"/>
            <a:ext cx="33063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53625" lIns="107275" spcFirstLastPara="1" rIns="107275" wrap="square" tIns="536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7482708" y="6356352"/>
            <a:ext cx="243623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53625" lIns="107275" spcFirstLastPara="1" rIns="107275" wrap="square" tIns="536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522050" y="274637"/>
            <a:ext cx="9396889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625" lIns="107275" spcFirstLastPara="1" rIns="107275" wrap="square" tIns="5362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algun Gothic"/>
              <a:buNone/>
              <a:defRPr b="0" i="0" sz="5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522050" y="1600202"/>
            <a:ext cx="9396889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53625" lIns="107275" spcFirstLastPara="1" rIns="107275" wrap="square" tIns="53625">
            <a:normAutofit/>
          </a:bodyPr>
          <a:lstStyle>
            <a:lvl1pPr indent="-469900" lvl="0" marL="457200" marR="0" rtl="0" algn="l">
              <a:spcBef>
                <a:spcPts val="76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Char char="•"/>
              <a:defRPr b="0" i="0" sz="3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438150" lvl="1" marL="914400" marR="0" rtl="0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Char char="–"/>
              <a:defRPr b="0" i="0" sz="3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406400" lvl="2" marL="13716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74650" lvl="3" marL="1828800" marR="0" rtl="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–"/>
              <a:defRPr b="0" i="0" sz="2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74650" lvl="4" marL="2286000" marR="0" rtl="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»"/>
              <a:defRPr b="0" i="0" sz="2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74650" lvl="5" marL="2743200" marR="0" rtl="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  <a:defRPr b="0" i="0" sz="2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74650" lvl="6" marL="3200400" marR="0" rtl="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  <a:defRPr b="0" i="0" sz="2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74650" lvl="7" marL="3657600" marR="0" rtl="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  <a:defRPr b="0" i="0" sz="2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74650" lvl="8" marL="4114800" marR="0" rtl="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  <a:defRPr b="0" i="0" sz="2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522049" y="6356352"/>
            <a:ext cx="243623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53625" lIns="107275" spcFirstLastPara="1" rIns="107275" wrap="square" tIns="536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567338" y="6356352"/>
            <a:ext cx="33063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53625" lIns="107275" spcFirstLastPara="1" rIns="107275" wrap="square" tIns="5362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7482708" y="6356352"/>
            <a:ext cx="243623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53625" lIns="107275" spcFirstLastPara="1" rIns="107275" wrap="square" tIns="5362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904149" y="1676400"/>
            <a:ext cx="8635866" cy="11585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9400" lIns="0" spcFirstLastPara="1" rIns="0" wrap="square" tIns="49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비상 사태 대응 매뉴얼 (일반)</a:t>
            </a:r>
            <a:endParaRPr b="1" i="0" sz="4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900014" y="1556792"/>
            <a:ext cx="8640000" cy="1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2" name="Google Shape;92;p13"/>
          <p:cNvSpPr/>
          <p:nvPr/>
        </p:nvSpPr>
        <p:spPr>
          <a:xfrm>
            <a:off x="900014" y="2834936"/>
            <a:ext cx="8640000" cy="1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3" name="Google Shape;93;p13"/>
          <p:cNvSpPr/>
          <p:nvPr/>
        </p:nvSpPr>
        <p:spPr>
          <a:xfrm>
            <a:off x="0" y="-17788"/>
            <a:ext cx="10440988" cy="206436"/>
          </a:xfrm>
          <a:prstGeom prst="rect">
            <a:avLst/>
          </a:prstGeom>
          <a:solidFill>
            <a:srgbClr val="2872B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4" name="Google Shape;94;p13"/>
          <p:cNvSpPr/>
          <p:nvPr/>
        </p:nvSpPr>
        <p:spPr>
          <a:xfrm>
            <a:off x="0" y="6651564"/>
            <a:ext cx="10440988" cy="206436"/>
          </a:xfrm>
          <a:prstGeom prst="rect">
            <a:avLst/>
          </a:prstGeom>
          <a:solidFill>
            <a:srgbClr val="2872B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/>
          <p:nvPr/>
        </p:nvSpPr>
        <p:spPr>
          <a:xfrm>
            <a:off x="365125" y="663798"/>
            <a:ext cx="9712325" cy="1905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282848" y="175057"/>
            <a:ext cx="5873750" cy="430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1" i="0" lang="ko-K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비상사태 대응 프로세스</a:t>
            </a:r>
            <a:endParaRPr/>
          </a:p>
        </p:txBody>
      </p:sp>
      <p:graphicFrame>
        <p:nvGraphicFramePr>
          <p:cNvPr id="102" name="Google Shape;102;p14"/>
          <p:cNvGraphicFramePr/>
          <p:nvPr/>
        </p:nvGraphicFramePr>
        <p:xfrm>
          <a:off x="1085627" y="98072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{A8611A56-7C19-43B2-BC22-BF414D1C555B}</a:tableStyleId>
              </a:tblPr>
              <a:tblGrid>
                <a:gridCol w="2188000"/>
              </a:tblGrid>
              <a:tr h="375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사고, 재해발생 or 발생 우려</a:t>
                      </a:r>
                      <a:endParaRPr b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3" name="Google Shape;103;p14"/>
          <p:cNvGraphicFramePr/>
          <p:nvPr/>
        </p:nvGraphicFramePr>
        <p:xfrm>
          <a:off x="1088278" y="178529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{A8611A56-7C19-43B2-BC22-BF414D1C555B}</a:tableStyleId>
              </a:tblPr>
              <a:tblGrid>
                <a:gridCol w="2188000"/>
              </a:tblGrid>
              <a:tr h="375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상황 확인</a:t>
                      </a:r>
                      <a:endParaRPr/>
                    </a:p>
                  </a:txBody>
                  <a:tcPr marT="0" marB="0" marR="91425" marL="91425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4" name="Google Shape;104;p14"/>
          <p:cNvGraphicFramePr/>
          <p:nvPr/>
        </p:nvGraphicFramePr>
        <p:xfrm>
          <a:off x="1088278" y="264938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{A8611A56-7C19-43B2-BC22-BF414D1C555B}</a:tableStyleId>
              </a:tblPr>
              <a:tblGrid>
                <a:gridCol w="2188000"/>
              </a:tblGrid>
              <a:tr h="375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비상 사태 대응</a:t>
                      </a:r>
                      <a:endParaRPr/>
                    </a:p>
                  </a:txBody>
                  <a:tcPr marT="0" marB="0" marR="91425" marL="91425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5" name="Google Shape;105;p14"/>
          <p:cNvGraphicFramePr/>
          <p:nvPr/>
        </p:nvGraphicFramePr>
        <p:xfrm>
          <a:off x="1085205" y="358549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{A8611A56-7C19-43B2-BC22-BF414D1C555B}</a:tableStyleId>
              </a:tblPr>
              <a:tblGrid>
                <a:gridCol w="4853000"/>
              </a:tblGrid>
              <a:tr h="2895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 비상사태 선언 전달</a:t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 비상사태 조직 체제 가동　</a:t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① 비상사태 대응 판단 기준에 의거 LEVEL 결정</a:t>
                      </a:r>
                      <a:endParaRPr b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② 피난범위.대상 결정과 전달(사내.인근지역)　</a:t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③ 현장 대응.방법의 지시　</a:t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④ 공적기관과의 정보 전달 결정과 전달　</a:t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⑤ 영향을 미칠 관련회사에 연락　</a:t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⑥ 사후처리대책과 담당자 결정 및 지시　</a:t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⑦ 기록　</a:t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⑧ 필요한 보고. 신고</a:t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72000" marR="91425" marL="91425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6" name="Google Shape;106;p14"/>
          <p:cNvGraphicFramePr/>
          <p:nvPr/>
        </p:nvGraphicFramePr>
        <p:xfrm>
          <a:off x="6588646" y="609329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{A8611A56-7C19-43B2-BC22-BF414D1C555B}</a:tableStyleId>
              </a:tblPr>
              <a:tblGrid>
                <a:gridCol w="2952325"/>
              </a:tblGrid>
              <a:tr h="375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관리시스템, 규정, 교육, 훈련방법의 재검토</a:t>
                      </a:r>
                      <a:endParaRPr b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7" name="Google Shape;107;p14"/>
          <p:cNvGraphicFramePr/>
          <p:nvPr/>
        </p:nvGraphicFramePr>
        <p:xfrm>
          <a:off x="6588646" y="98072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{A8611A56-7C19-43B2-BC22-BF414D1C555B}</a:tableStyleId>
              </a:tblPr>
              <a:tblGrid>
                <a:gridCol w="2188000"/>
              </a:tblGrid>
              <a:tr h="375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현장 대응 조치</a:t>
                      </a:r>
                      <a:endParaRPr/>
                    </a:p>
                  </a:txBody>
                  <a:tcPr marT="0" marB="0" marR="91425" marL="91425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8" name="Google Shape;108;p14"/>
          <p:cNvGraphicFramePr/>
          <p:nvPr/>
        </p:nvGraphicFramePr>
        <p:xfrm>
          <a:off x="6588646" y="312572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{A8611A56-7C19-43B2-BC22-BF414D1C555B}</a:tableStyleId>
              </a:tblPr>
              <a:tblGrid>
                <a:gridCol w="2188000"/>
              </a:tblGrid>
              <a:tr h="375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관계관청 연락</a:t>
                      </a:r>
                      <a:endParaRPr/>
                    </a:p>
                  </a:txBody>
                  <a:tcPr marT="0" marB="0" marR="91425" marL="91425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109" name="Google Shape;109;p14"/>
          <p:cNvCxnSpPr/>
          <p:nvPr/>
        </p:nvCxnSpPr>
        <p:spPr>
          <a:xfrm>
            <a:off x="2179627" y="1356007"/>
            <a:ext cx="0" cy="429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0" name="Google Shape;110;p14"/>
          <p:cNvCxnSpPr/>
          <p:nvPr/>
        </p:nvCxnSpPr>
        <p:spPr>
          <a:xfrm>
            <a:off x="2182278" y="2160572"/>
            <a:ext cx="0" cy="488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1" name="Google Shape;111;p14"/>
          <p:cNvCxnSpPr/>
          <p:nvPr/>
        </p:nvCxnSpPr>
        <p:spPr>
          <a:xfrm>
            <a:off x="2179628" y="3024668"/>
            <a:ext cx="0" cy="548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2" name="Google Shape;112;p14"/>
          <p:cNvCxnSpPr/>
          <p:nvPr/>
        </p:nvCxnSpPr>
        <p:spPr>
          <a:xfrm>
            <a:off x="2182278" y="3024668"/>
            <a:ext cx="4406400" cy="2886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3" name="Google Shape;113;p14"/>
          <p:cNvCxnSpPr/>
          <p:nvPr/>
        </p:nvCxnSpPr>
        <p:spPr>
          <a:xfrm>
            <a:off x="3273627" y="1168367"/>
            <a:ext cx="3315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4" name="Google Shape;114;p14"/>
          <p:cNvSpPr/>
          <p:nvPr/>
        </p:nvSpPr>
        <p:spPr>
          <a:xfrm>
            <a:off x="3096153" y="1356007"/>
            <a:ext cx="588624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각 부서</a:t>
            </a:r>
            <a:endParaRPr/>
          </a:p>
        </p:txBody>
      </p:sp>
      <p:sp>
        <p:nvSpPr>
          <p:cNvPr id="115" name="Google Shape;115;p14"/>
          <p:cNvSpPr/>
          <p:nvPr/>
        </p:nvSpPr>
        <p:spPr>
          <a:xfrm>
            <a:off x="3332648" y="1765196"/>
            <a:ext cx="174438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최초 발견자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응급조치 및 비상통제자 연락</a:t>
            </a:r>
            <a:endParaRPr/>
          </a:p>
        </p:txBody>
      </p:sp>
      <p:sp>
        <p:nvSpPr>
          <p:cNvPr id="116" name="Google Shape;116;p14"/>
          <p:cNvSpPr/>
          <p:nvPr/>
        </p:nvSpPr>
        <p:spPr>
          <a:xfrm>
            <a:off x="3332090" y="2596842"/>
            <a:ext cx="2276585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비상지휘자 : 비상사태 조직 소집 및 지휘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비상통제자 : 인명구조 및 피해의 최소화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제조팀 : 기술 및 지원업무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해당부서장 : 인력 및 장비동원</a:t>
            </a:r>
            <a:endParaRPr/>
          </a:p>
        </p:txBody>
      </p:sp>
      <p:cxnSp>
        <p:nvCxnSpPr>
          <p:cNvPr id="117" name="Google Shape;117;p14"/>
          <p:cNvCxnSpPr/>
          <p:nvPr/>
        </p:nvCxnSpPr>
        <p:spPr>
          <a:xfrm flipH="1" rot="-5400000">
            <a:off x="5639693" y="5331954"/>
            <a:ext cx="1247400" cy="650400"/>
          </a:xfrm>
          <a:prstGeom prst="bentConnector3">
            <a:avLst>
              <a:gd fmla="val 0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8" name="Google Shape;118;p14"/>
          <p:cNvSpPr/>
          <p:nvPr/>
        </p:nvSpPr>
        <p:spPr>
          <a:xfrm>
            <a:off x="8737362" y="3284984"/>
            <a:ext cx="857927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조직도 참조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5"/>
          <p:cNvSpPr/>
          <p:nvPr/>
        </p:nvSpPr>
        <p:spPr>
          <a:xfrm>
            <a:off x="365125" y="663798"/>
            <a:ext cx="9712325" cy="1905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282848" y="175057"/>
            <a:ext cx="5873750" cy="430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1" lang="ko-KR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비상사태 대책 위원회 (조직도)</a:t>
            </a:r>
            <a:endParaRPr b="1"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26" name="Google Shape;126;p15"/>
          <p:cNvGraphicFramePr/>
          <p:nvPr/>
        </p:nvGraphicFramePr>
        <p:xfrm>
          <a:off x="4112614" y="86903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{A8611A56-7C19-43B2-BC22-BF414D1C555B}</a:tableStyleId>
              </a:tblPr>
              <a:tblGrid>
                <a:gridCol w="844650"/>
                <a:gridCol w="1343350"/>
              </a:tblGrid>
              <a:tr h="125100"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대 책 위 원 장</a:t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CC"/>
                    </a:solidFill>
                  </a:tcPr>
                </a:tc>
                <a:tc hMerge="1"/>
              </a:tr>
              <a:tr h="12510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대표이사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51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91425" marL="91425" anchor="ctr" anchorCtr="1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7" name="Google Shape;127;p15"/>
          <p:cNvGraphicFramePr/>
          <p:nvPr/>
        </p:nvGraphicFramePr>
        <p:xfrm>
          <a:off x="7713014" y="132623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{A8611A56-7C19-43B2-BC22-BF414D1C555B}</a:tableStyleId>
              </a:tblPr>
              <a:tblGrid>
                <a:gridCol w="900250"/>
                <a:gridCol w="1431750"/>
              </a:tblGrid>
              <a:tr h="125100"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지 휘 통 제 실</a:t>
                      </a:r>
                      <a:endParaRPr/>
                    </a:p>
                  </a:txBody>
                  <a:tcPr marT="0" marB="0" marR="91425" marL="91425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CC"/>
                    </a:solidFill>
                  </a:tcPr>
                </a:tc>
                <a:tc hMerge="1"/>
              </a:tr>
              <a:tr h="12510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팀 장</a:t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51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91425" marL="91425" anchor="ctr" anchorCtr="1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510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팀 원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91425" marL="91425" anchor="ctr" anchorCtr="1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51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91425" marL="91425" anchor="ctr" anchorCtr="1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8" name="Google Shape;128;p15"/>
          <p:cNvGraphicFramePr/>
          <p:nvPr/>
        </p:nvGraphicFramePr>
        <p:xfrm>
          <a:off x="338864" y="240697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{A8611A56-7C19-43B2-BC22-BF414D1C555B}</a:tableStyleId>
              </a:tblPr>
              <a:tblGrid>
                <a:gridCol w="900875"/>
                <a:gridCol w="1432725"/>
              </a:tblGrid>
              <a:tr h="151200"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방 호 복 구 팀</a:t>
                      </a:r>
                      <a:endParaRPr/>
                    </a:p>
                  </a:txBody>
                  <a:tcPr marT="0" marB="0" marR="91425" marL="91425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CC"/>
                    </a:solidFill>
                  </a:tcPr>
                </a:tc>
                <a:tc hMerge="1"/>
              </a:tr>
              <a:tr h="15120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팀 장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12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91425" marL="91425" anchor="ctr" anchorCtr="1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1200">
                <a:tc rowSpan="1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팀 원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91425" marL="91425" anchor="ctr" anchorCtr="1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12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91425" marL="91425" anchor="ctr" anchorCtr="1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12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91425" marL="91425" anchor="ctr" anchorCtr="1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12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91425" marL="91425" anchor="ctr" anchorCtr="1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12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91425" marL="91425" anchor="ctr" anchorCtr="1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12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12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91425" marL="91425" anchor="ctr" anchorCtr="1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12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91425" marL="91425" anchor="ctr" anchorCtr="1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12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91425" marL="91425" anchor="ctr" anchorCtr="1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12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12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91425" marL="91425" anchor="ctr" anchorCtr="1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12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91425" marL="91425" anchor="ctr" anchorCtr="1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12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91425" marL="91425" anchor="ctr" anchorCtr="1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12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91425" marL="91425" anchor="ctr" anchorCtr="1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9" name="Google Shape;129;p15"/>
          <p:cNvGraphicFramePr/>
          <p:nvPr/>
        </p:nvGraphicFramePr>
        <p:xfrm>
          <a:off x="3355906" y="240635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{A8611A56-7C19-43B2-BC22-BF414D1C555B}</a:tableStyleId>
              </a:tblPr>
              <a:tblGrid>
                <a:gridCol w="1138250"/>
                <a:gridCol w="1138250"/>
                <a:gridCol w="1440150"/>
              </a:tblGrid>
              <a:tr h="125100"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유관기관 / 업체</a:t>
                      </a:r>
                      <a:endParaRPr/>
                    </a:p>
                  </a:txBody>
                  <a:tcPr marT="0" marB="0" marR="91425" marL="91425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CC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전화번호</a:t>
                      </a:r>
                      <a:endParaRPr/>
                    </a:p>
                  </a:txBody>
                  <a:tcPr marT="0" marB="0" marR="91425" marL="91425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CC"/>
                    </a:solidFill>
                  </a:tcPr>
                </a:tc>
              </a:tr>
              <a:tr h="125100"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화재·구급 신고 : 119</a:t>
                      </a:r>
                      <a:endParaRPr/>
                    </a:p>
                  </a:txBody>
                  <a:tcPr marT="0" marB="0" marR="91425" marL="91425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5100"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경찰 신고 : 112</a:t>
                      </a:r>
                      <a:endParaRPr/>
                    </a:p>
                  </a:txBody>
                  <a:tcPr marT="0" marB="0" marR="91425" marL="91425" anchor="ctr" anchorCtr="1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91425" marL="91425" anchor="ctr" anchorCtr="1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5100"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천안서북소방서</a:t>
                      </a:r>
                      <a:endParaRPr/>
                    </a:p>
                  </a:txBody>
                  <a:tcPr marT="0" marB="0" marR="91425" marL="91425" anchor="ctr" anchorCtr="1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91425" marL="91425" anchor="ctr" anchorCtr="1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5100"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천안서북경찰서</a:t>
                      </a:r>
                      <a:endParaRPr/>
                    </a:p>
                  </a:txBody>
                  <a:tcPr marT="0" marB="0" marR="91425" marL="91425" anchor="ctr" anchorCtr="1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91425" marL="91425" anchor="ctr" anchorCtr="1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5100"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천안시 서북구청</a:t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91425" marL="91425" anchor="ctr" anchorCtr="1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91425" marL="91425" anchor="ctr" anchorCtr="1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5100"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91425" marL="91425" anchor="ctr" anchorCtr="1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91425" marL="91425" anchor="ctr" anchorCtr="1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5100"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/>
                    </a:p>
                  </a:txBody>
                  <a:tcPr marT="0" marB="0" marR="91425" marL="91425" anchor="ctr" anchorCtr="1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91425" marL="91425" anchor="ctr" anchorCtr="1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5100"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5100"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91425" marL="91425" anchor="ctr" anchorCtr="1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91425" marL="91425" anchor="ctr" anchorCtr="1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5100"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/>
                    </a:p>
                  </a:txBody>
                  <a:tcPr marT="0" marB="0" marR="91425" marL="91425" anchor="ctr" anchorCtr="1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91425" marL="91425" anchor="ctr" anchorCtr="1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5100">
                <a:tc rowSpan="8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주변업체</a:t>
                      </a:r>
                      <a:endParaRPr/>
                    </a:p>
                  </a:txBody>
                  <a:tcPr marT="0" marB="0" marR="91425" marL="91425" anchor="ctr" anchorCtr="1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/>
                    </a:p>
                  </a:txBody>
                  <a:tcPr marT="0" marB="0" marR="91425" marL="91425" anchor="ctr" anchorCtr="1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91425" marL="91425" anchor="ctr" anchorCtr="1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51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51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91425" marL="91425" anchor="ctr" anchorCtr="1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91425" marL="91425" anchor="ctr" anchorCtr="1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51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/>
                    </a:p>
                  </a:txBody>
                  <a:tcPr marT="0" marB="0" marR="91425" marL="91425" anchor="ctr" anchorCtr="1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91425" marL="91425" anchor="ctr" anchorCtr="1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51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91425" marL="91425" anchor="ctr" anchorCtr="1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91425" marL="91425" anchor="ctr" anchorCtr="1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51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/>
                    </a:p>
                  </a:txBody>
                  <a:tcPr marT="0" marB="0" marR="91425" marL="91425" anchor="ctr" anchorCtr="1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91425" marL="91425" anchor="ctr" anchorCtr="1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51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91425" marL="91425" anchor="ctr" anchorCtr="1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91425" marL="91425" anchor="ctr" anchorCtr="1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51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91425" marL="91425" anchor="ctr" anchorCtr="1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91425" marL="91425" anchor="ctr" anchorCtr="1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5100">
                <a:tc rowSpan="8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사내업체</a:t>
                      </a:r>
                      <a:endParaRPr/>
                    </a:p>
                  </a:txBody>
                  <a:tcPr marT="0" marB="0" marR="91425" marL="91425" anchor="ctr" anchorCtr="1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91425" marL="91425" anchor="ctr" anchorCtr="1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91425" marL="91425" anchor="ctr" anchorCtr="1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51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/>
                    </a:p>
                  </a:txBody>
                  <a:tcPr marT="0" marB="0" marR="91425" marL="91425" anchor="ctr" anchorCtr="1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91425" marL="91425" anchor="ctr" anchorCtr="1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51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/>
                    </a:p>
                  </a:txBody>
                  <a:tcPr marT="0" marB="0" marR="91425" marL="91425" anchor="ctr" anchorCtr="1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91425" marL="91425" anchor="ctr" anchorCtr="1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51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91425" marL="91425" anchor="ctr" anchorCtr="1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91425" marL="91425" anchor="ctr" anchorCtr="1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51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/>
                    </a:p>
                  </a:txBody>
                  <a:tcPr marT="0" marB="0" marR="91425" marL="91425" anchor="ctr" anchorCtr="1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91425" marL="91425" anchor="ctr" anchorCtr="1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51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91425" marL="91425" anchor="ctr" anchorCtr="1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91425" marL="91425" anchor="ctr" anchorCtr="1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51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/>
                    </a:p>
                  </a:txBody>
                  <a:tcPr marT="0" marB="0" marR="91425" marL="91425" anchor="ctr" anchorCtr="1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91425" marL="91425" anchor="ctr" anchorCtr="1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51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/>
                    </a:p>
                  </a:txBody>
                  <a:tcPr marT="0" marB="0" marR="91425" marL="91425" anchor="ctr" anchorCtr="1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91425" marL="91425" anchor="ctr" anchorCtr="1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0" name="Google Shape;130;p15"/>
          <p:cNvGraphicFramePr/>
          <p:nvPr/>
        </p:nvGraphicFramePr>
        <p:xfrm>
          <a:off x="7711440" y="240635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{A8611A56-7C19-43B2-BC22-BF414D1C555B}</a:tableStyleId>
              </a:tblPr>
              <a:tblGrid>
                <a:gridCol w="900875"/>
                <a:gridCol w="1432725"/>
              </a:tblGrid>
              <a:tr h="151200"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의무 / 대피 지원팀</a:t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CC"/>
                    </a:solidFill>
                  </a:tcPr>
                </a:tc>
                <a:tc hMerge="1"/>
              </a:tr>
              <a:tr h="15120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팀 장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12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91425" marL="91425" anchor="ctr" anchorCtr="1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1200">
                <a:tc rowSpan="1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팀 원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91425" marL="91425" anchor="ctr" anchorCtr="1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12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91425" marL="91425" anchor="ctr" anchorCtr="1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12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91425" marL="91425" anchor="ctr" anchorCtr="1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12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91425" marL="91425" anchor="ctr" anchorCtr="1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12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91425" marL="91425" anchor="ctr" anchorCtr="1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12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12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91425" marL="91425" anchor="ctr" anchorCtr="1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12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91425" marL="91425" anchor="ctr" anchorCtr="1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12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91425" marL="91425" anchor="ctr" anchorCtr="1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12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12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91425" marL="91425" anchor="ctr" anchorCtr="1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12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91425" marL="91425" anchor="ctr" anchorCtr="1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12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91425" marL="91425" anchor="ctr" anchorCtr="1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12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91425" marL="91425" anchor="ctr" anchorCtr="1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131" name="Google Shape;131;p15"/>
          <p:cNvCxnSpPr/>
          <p:nvPr/>
        </p:nvCxnSpPr>
        <p:spPr>
          <a:xfrm flipH="1">
            <a:off x="1505735" y="2406352"/>
            <a:ext cx="7372500" cy="600"/>
          </a:xfrm>
          <a:prstGeom prst="bentConnector3">
            <a:avLst>
              <a:gd fmla="val 0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" name="Google Shape;132;p15"/>
          <p:cNvCxnSpPr/>
          <p:nvPr/>
        </p:nvCxnSpPr>
        <p:spPr>
          <a:xfrm flipH="1" rot="-5400000">
            <a:off x="4666914" y="1865932"/>
            <a:ext cx="1080000" cy="600"/>
          </a:xfrm>
          <a:prstGeom prst="bentConnector3">
            <a:avLst>
              <a:gd fmla="val 50006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3" name="Google Shape;133;p15"/>
          <p:cNvCxnSpPr/>
          <p:nvPr/>
        </p:nvCxnSpPr>
        <p:spPr>
          <a:xfrm>
            <a:off x="5206614" y="1326232"/>
            <a:ext cx="2506500" cy="3810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6"/>
          <p:cNvSpPr/>
          <p:nvPr/>
        </p:nvSpPr>
        <p:spPr>
          <a:xfrm>
            <a:off x="365125" y="663798"/>
            <a:ext cx="9712325" cy="1905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282848" y="175057"/>
            <a:ext cx="5873750" cy="430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1" lang="ko-KR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비상사태 대응 요령</a:t>
            </a:r>
            <a:endParaRPr/>
          </a:p>
        </p:txBody>
      </p:sp>
      <p:graphicFrame>
        <p:nvGraphicFramePr>
          <p:cNvPr id="141" name="Google Shape;141;p16"/>
          <p:cNvGraphicFramePr/>
          <p:nvPr/>
        </p:nvGraphicFramePr>
        <p:xfrm>
          <a:off x="539974" y="116184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{A8611A56-7C19-43B2-BC22-BF414D1C555B}</a:tableStyleId>
              </a:tblPr>
              <a:tblGrid>
                <a:gridCol w="2304250"/>
              </a:tblGrid>
              <a:tr h="460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비상사태시 유의사항</a:t>
                      </a:r>
                      <a:endParaRPr/>
                    </a:p>
                  </a:txBody>
                  <a:tcPr marT="0" marB="0" marR="91425" marL="91425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2" name="Google Shape;142;p16"/>
          <p:cNvGraphicFramePr/>
          <p:nvPr/>
        </p:nvGraphicFramePr>
        <p:xfrm>
          <a:off x="3219722" y="116184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{A8611A56-7C19-43B2-BC22-BF414D1C555B}</a:tableStyleId>
              </a:tblPr>
              <a:tblGrid>
                <a:gridCol w="6681300"/>
              </a:tblGrid>
              <a:tr h="1691100">
                <a:tc>
                  <a:txBody>
                    <a:bodyPr/>
                    <a:lstStyle/>
                    <a:p>
                      <a:pPr indent="-9525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Noto Sans Symbols"/>
                        <a:buChar char="●"/>
                      </a:pPr>
                      <a:r>
                        <a:rPr b="0" lang="ko-KR" sz="15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냉정을 유지한다.</a:t>
                      </a:r>
                      <a:endParaRPr/>
                    </a:p>
                    <a:p>
                      <a:pPr indent="-9525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Noto Sans Symbols"/>
                        <a:buChar char="●"/>
                      </a:pPr>
                      <a:r>
                        <a:rPr b="0" lang="ko-KR" sz="15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비상통제자 및 관련부서에 신속히 연락한다.</a:t>
                      </a:r>
                      <a:endParaRPr/>
                    </a:p>
                    <a:p>
                      <a:pPr indent="-9525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Noto Sans Symbols"/>
                        <a:buChar char="●"/>
                      </a:pPr>
                      <a:r>
                        <a:rPr b="0" lang="ko-KR" sz="15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피해를 최소화하기 위해 응급조치를 취한다.</a:t>
                      </a:r>
                      <a:endParaRPr/>
                    </a:p>
                    <a:p>
                      <a:pPr indent="-9525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Noto Sans Symbols"/>
                        <a:buChar char="●"/>
                      </a:pPr>
                      <a:r>
                        <a:rPr b="0" lang="ko-KR" sz="15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허위사실 유포를 방지한다.</a:t>
                      </a:r>
                      <a:endParaRPr b="0" sz="15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91425" marL="216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43" name="Google Shape;143;p16"/>
          <p:cNvSpPr/>
          <p:nvPr/>
        </p:nvSpPr>
        <p:spPr>
          <a:xfrm rot="-2700000">
            <a:off x="2590266" y="1237440"/>
            <a:ext cx="891828" cy="891828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28575">
            <a:solidFill>
              <a:srgbClr val="974806"/>
            </a:solidFill>
            <a:prstDash val="solid"/>
            <a:round/>
            <a:headEnd len="med" w="med" type="oval"/>
            <a:tailEnd len="med" w="med" type="oval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144" name="Google Shape;144;p16"/>
          <p:cNvGraphicFramePr/>
          <p:nvPr/>
        </p:nvGraphicFramePr>
        <p:xfrm>
          <a:off x="539975" y="308368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{A8611A56-7C19-43B2-BC22-BF414D1C555B}</a:tableStyleId>
              </a:tblPr>
              <a:tblGrid>
                <a:gridCol w="2304250"/>
              </a:tblGrid>
              <a:tr h="777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유해화학물질 피해자</a:t>
                      </a:r>
                      <a:endParaRPr b="0" sz="16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응급조치 요령</a:t>
                      </a:r>
                      <a:endParaRPr/>
                    </a:p>
                  </a:txBody>
                  <a:tcPr marT="0" marB="0" marR="91425" marL="91425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5" name="Google Shape;145;p16"/>
          <p:cNvGraphicFramePr/>
          <p:nvPr/>
        </p:nvGraphicFramePr>
        <p:xfrm>
          <a:off x="3219723" y="30689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{A8611A56-7C19-43B2-BC22-BF414D1C555B}</a:tableStyleId>
              </a:tblPr>
              <a:tblGrid>
                <a:gridCol w="6681300"/>
              </a:tblGrid>
              <a:tr h="3240350">
                <a:tc>
                  <a:txBody>
                    <a:bodyPr/>
                    <a:lstStyle/>
                    <a:p>
                      <a:pPr indent="-9525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Noto Sans Symbols"/>
                        <a:buChar char="●"/>
                      </a:pPr>
                      <a:r>
                        <a:rPr b="0" i="0" lang="ko-KR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흡입시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- 환자를 신선한 공기가 있는 장소로 이동하여 옮기며, 필요시 인공호흡을 실시한다.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- 의사의 진료를 받게 한다.</a:t>
                      </a:r>
                      <a:endParaRPr/>
                    </a:p>
                    <a:p>
                      <a:pPr indent="-9525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Noto Sans Symbols"/>
                        <a:buChar char="●"/>
                      </a:pPr>
                      <a:r>
                        <a:rPr b="0" i="0" lang="ko-KR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피부접촉시</a:t>
                      </a:r>
                      <a:endParaRPr b="0" i="0" sz="15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- 접촉부분을 비눗물로 닦는다.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- 오염된 옷은 수거하여 세탁한다.</a:t>
                      </a:r>
                      <a:endParaRPr/>
                    </a:p>
                    <a:p>
                      <a:pPr indent="-9525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Noto Sans Symbols"/>
                        <a:buChar char="●"/>
                      </a:pPr>
                      <a:r>
                        <a:rPr b="0" i="0" lang="ko-KR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눈에 접촉시</a:t>
                      </a:r>
                      <a:endParaRPr b="0" i="0" sz="15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- 물로 15분 정도 씻어낸다.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- 의사의 진료를 받게 한다.</a:t>
                      </a:r>
                      <a:endParaRPr/>
                    </a:p>
                  </a:txBody>
                  <a:tcPr marT="0" marB="0" marR="91425" marL="216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46" name="Google Shape;146;p16"/>
          <p:cNvSpPr/>
          <p:nvPr/>
        </p:nvSpPr>
        <p:spPr>
          <a:xfrm rot="-2700000">
            <a:off x="2590265" y="3144556"/>
            <a:ext cx="891828" cy="891828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28575">
            <a:solidFill>
              <a:srgbClr val="974806"/>
            </a:solidFill>
            <a:prstDash val="solid"/>
            <a:round/>
            <a:headEnd len="med" w="med" type="oval"/>
            <a:tailEnd len="med" w="med" type="oval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/>
          <p:nvPr/>
        </p:nvSpPr>
        <p:spPr>
          <a:xfrm>
            <a:off x="365125" y="663798"/>
            <a:ext cx="9712325" cy="1905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282848" y="175057"/>
            <a:ext cx="5873750" cy="430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1" lang="ko-KR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사고유형별 대응 요령</a:t>
            </a:r>
            <a:endParaRPr/>
          </a:p>
        </p:txBody>
      </p:sp>
      <p:graphicFrame>
        <p:nvGraphicFramePr>
          <p:cNvPr id="154" name="Google Shape;154;p17"/>
          <p:cNvGraphicFramePr/>
          <p:nvPr/>
        </p:nvGraphicFramePr>
        <p:xfrm>
          <a:off x="539974" y="116184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{A8611A56-7C19-43B2-BC22-BF414D1C555B}</a:tableStyleId>
              </a:tblPr>
              <a:tblGrid>
                <a:gridCol w="2304250"/>
              </a:tblGrid>
              <a:tr h="6829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화재위험물질 누출시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5" name="Google Shape;155;p17"/>
          <p:cNvGraphicFramePr/>
          <p:nvPr/>
        </p:nvGraphicFramePr>
        <p:xfrm>
          <a:off x="3219722" y="116184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{A8611A56-7C19-43B2-BC22-BF414D1C555B}</a:tableStyleId>
              </a:tblPr>
              <a:tblGrid>
                <a:gridCol w="6681300"/>
              </a:tblGrid>
              <a:tr h="5147475">
                <a:tc>
                  <a:txBody>
                    <a:bodyPr/>
                    <a:lstStyle/>
                    <a:p>
                      <a:pPr indent="-95250" lvl="0" marL="0" marR="0" rtl="0" algn="l">
                        <a:lnSpc>
                          <a:spcPct val="1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Noto Sans Symbols"/>
                        <a:buChar char="●"/>
                      </a:pPr>
                      <a:r>
                        <a:rPr b="0" i="0" lang="ko-KR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액체의 경우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- 유출부위를 막고 사용을 중지한다.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- 방제벽을 설치하여 유출면적을 최소화 한다.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- 관련부서에 통보하여 환경영향을 최소화 한다.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- 경미한 화재발생시 소화기로 진압하며, 주위에 화기물질을 제거한다.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- 사고 수습후, 원인과 결과등의 사고경위를 관련부서에 통보한다.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95250" lvl="0" marL="0" marR="0" rtl="0" algn="l">
                        <a:lnSpc>
                          <a:spcPct val="1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Noto Sans Symbols"/>
                        <a:buChar char="●"/>
                      </a:pPr>
                      <a:r>
                        <a:rPr b="0" i="0" lang="ko-KR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기체의 경우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- 유출부위를 막고 사용을 중지한다.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- 주위를 신속히 환기시키고, 용기를 외부로 옮긴다.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- 경미한 화재발생시 소화기로 진압하며, 주위에 화기물질을 제거한다.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- 사고 수습후, 원인과 결과등의 사고경위를 관련부서에 통보한다.</a:t>
                      </a:r>
                      <a:endParaRPr/>
                    </a:p>
                  </a:txBody>
                  <a:tcPr marT="0" marB="0" marR="91425" marL="216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56" name="Google Shape;156;p17"/>
          <p:cNvSpPr/>
          <p:nvPr/>
        </p:nvSpPr>
        <p:spPr>
          <a:xfrm rot="-2700000">
            <a:off x="2590266" y="1237440"/>
            <a:ext cx="891828" cy="891828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28575">
            <a:solidFill>
              <a:srgbClr val="974806"/>
            </a:solidFill>
            <a:prstDash val="solid"/>
            <a:round/>
            <a:headEnd len="med" w="med" type="oval"/>
            <a:tailEnd len="med" w="med" type="oval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8"/>
          <p:cNvSpPr/>
          <p:nvPr/>
        </p:nvSpPr>
        <p:spPr>
          <a:xfrm>
            <a:off x="365125" y="663798"/>
            <a:ext cx="9712325" cy="1905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282848" y="175057"/>
            <a:ext cx="5873750" cy="430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1" lang="ko-KR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사고유형별 대응 요령</a:t>
            </a:r>
            <a:endParaRPr/>
          </a:p>
        </p:txBody>
      </p:sp>
      <p:graphicFrame>
        <p:nvGraphicFramePr>
          <p:cNvPr id="164" name="Google Shape;164;p18"/>
          <p:cNvGraphicFramePr/>
          <p:nvPr/>
        </p:nvGraphicFramePr>
        <p:xfrm>
          <a:off x="539974" y="116184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{A8611A56-7C19-43B2-BC22-BF414D1C555B}</a:tableStyleId>
              </a:tblPr>
              <a:tblGrid>
                <a:gridCol w="2304250"/>
              </a:tblGrid>
              <a:tr h="6829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화재 및 폭발 사고시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5" name="Google Shape;165;p18"/>
          <p:cNvGraphicFramePr/>
          <p:nvPr/>
        </p:nvGraphicFramePr>
        <p:xfrm>
          <a:off x="3219722" y="116184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{A8611A56-7C19-43B2-BC22-BF414D1C555B}</a:tableStyleId>
              </a:tblPr>
              <a:tblGrid>
                <a:gridCol w="6681300"/>
              </a:tblGrid>
              <a:tr h="514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 최초 발견자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- 소방벨 및 육성으로 화재 발생을 전파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- 주위 소화기로 초기 진화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- 비상통제자 및 숙/당직자에게 연락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 숙/당직자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- 사내 방송으로 상황 전파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 비상통제자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- 인적/물적 자원의 피해 최소화 및 환경영향의 최소화를 위한 조치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- 비상사태 조직 가동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- 원인 분석 및 사진/비디오 촬영, 사고 보고서 작성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- 대관 및 대외(보험사 등) 업무 처리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 제조팀장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- 소방설비 가동 및 전원 차단  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 해당부서장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- 사고 원인 및 결과 등 사고 경위서 작성 및 비상통제자에게 통보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- 해당 직원의 교육 및 재발 방지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91425" marL="216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66" name="Google Shape;166;p18"/>
          <p:cNvSpPr/>
          <p:nvPr/>
        </p:nvSpPr>
        <p:spPr>
          <a:xfrm rot="-2700000">
            <a:off x="2590266" y="1237440"/>
            <a:ext cx="891828" cy="891828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28575">
            <a:solidFill>
              <a:srgbClr val="974806"/>
            </a:solidFill>
            <a:prstDash val="solid"/>
            <a:round/>
            <a:headEnd len="med" w="med" type="oval"/>
            <a:tailEnd len="med" w="med" type="oval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9"/>
          <p:cNvSpPr/>
          <p:nvPr/>
        </p:nvSpPr>
        <p:spPr>
          <a:xfrm>
            <a:off x="365125" y="663798"/>
            <a:ext cx="9712325" cy="1905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282848" y="175057"/>
            <a:ext cx="5873750" cy="430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1" lang="ko-KR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사고유형별 대응 요령</a:t>
            </a:r>
            <a:endParaRPr/>
          </a:p>
        </p:txBody>
      </p:sp>
      <p:graphicFrame>
        <p:nvGraphicFramePr>
          <p:cNvPr id="174" name="Google Shape;174;p19"/>
          <p:cNvGraphicFramePr/>
          <p:nvPr/>
        </p:nvGraphicFramePr>
        <p:xfrm>
          <a:off x="539974" y="116184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{A8611A56-7C19-43B2-BC22-BF414D1C555B}</a:tableStyleId>
              </a:tblPr>
              <a:tblGrid>
                <a:gridCol w="2304250"/>
              </a:tblGrid>
              <a:tr h="6829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지진 및 천재지변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발생시</a:t>
                      </a:r>
                      <a:endParaRPr/>
                    </a:p>
                  </a:txBody>
                  <a:tcPr marT="0" marB="0" marR="91425" marL="91425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5" name="Google Shape;175;p19"/>
          <p:cNvGraphicFramePr/>
          <p:nvPr/>
        </p:nvGraphicFramePr>
        <p:xfrm>
          <a:off x="3219722" y="116184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{A8611A56-7C19-43B2-BC22-BF414D1C555B}</a:tableStyleId>
              </a:tblPr>
              <a:tblGrid>
                <a:gridCol w="6681300"/>
              </a:tblGrid>
              <a:tr h="514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 최초 발견자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- 소방벨 및 육성으로 화재 발생을 전파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- 주위 소화기로 초기 진화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- 비상통제자 및 숙/당직자에게 연락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 숙/당직자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- 사내 방송으로 상황 전파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 비상통제자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- 비상사태 조직 가동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- 임직원 및 상주인원을 대피장소로 이동 조치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 제조팀장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- 생산 중단 및 전원 차단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91425" marL="216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76" name="Google Shape;176;p19"/>
          <p:cNvSpPr/>
          <p:nvPr/>
        </p:nvSpPr>
        <p:spPr>
          <a:xfrm rot="-2700000">
            <a:off x="2590266" y="1237440"/>
            <a:ext cx="891828" cy="891828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28575">
            <a:solidFill>
              <a:srgbClr val="974806"/>
            </a:solidFill>
            <a:prstDash val="solid"/>
            <a:round/>
            <a:headEnd len="med" w="med" type="oval"/>
            <a:tailEnd len="med" w="med" type="oval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0"/>
          <p:cNvSpPr/>
          <p:nvPr/>
        </p:nvSpPr>
        <p:spPr>
          <a:xfrm>
            <a:off x="365125" y="663798"/>
            <a:ext cx="9712325" cy="1905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282848" y="175057"/>
            <a:ext cx="5873750" cy="430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1" lang="ko-KR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사고유형별 대응 요령</a:t>
            </a:r>
            <a:endParaRPr/>
          </a:p>
        </p:txBody>
      </p:sp>
      <p:graphicFrame>
        <p:nvGraphicFramePr>
          <p:cNvPr id="184" name="Google Shape;184;p20"/>
          <p:cNvGraphicFramePr/>
          <p:nvPr/>
        </p:nvGraphicFramePr>
        <p:xfrm>
          <a:off x="539974" y="116184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{A8611A56-7C19-43B2-BC22-BF414D1C555B}</a:tableStyleId>
              </a:tblPr>
              <a:tblGrid>
                <a:gridCol w="2304250"/>
              </a:tblGrid>
              <a:tr h="6829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환경오염물질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유출시 (액상)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5" name="Google Shape;185;p20"/>
          <p:cNvGraphicFramePr/>
          <p:nvPr/>
        </p:nvGraphicFramePr>
        <p:xfrm>
          <a:off x="3219722" y="116184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{A8611A56-7C19-43B2-BC22-BF414D1C555B}</a:tableStyleId>
              </a:tblPr>
              <a:tblGrid>
                <a:gridCol w="6681300"/>
              </a:tblGrid>
              <a:tr h="514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 최초 발견자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- 유출부위를 막고 사용을 중단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- 비상 통제자에게 통보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5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 비상 통제자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- 피해면적을 최소화하기 위해 방제벽을 설치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- 필요시 관계관청에 연락하여 환경영향을 최소화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- 필요시 비상사태 조직 가동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 해당 부서장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- 사고 경위서를 작성하여 비상 통제자에게 통보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- 원인 분석 및 재발 방지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91425" marL="216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86" name="Google Shape;186;p20"/>
          <p:cNvSpPr/>
          <p:nvPr/>
        </p:nvSpPr>
        <p:spPr>
          <a:xfrm rot="-2700000">
            <a:off x="2590266" y="1237440"/>
            <a:ext cx="891828" cy="891828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28575">
            <a:solidFill>
              <a:srgbClr val="974806"/>
            </a:solidFill>
            <a:prstDash val="solid"/>
            <a:round/>
            <a:headEnd len="med" w="med" type="oval"/>
            <a:tailEnd len="med" w="med" type="oval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87" name="Google Shape;18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80934" y="1340768"/>
            <a:ext cx="212725" cy="43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/>
          <p:nvPr/>
        </p:nvSpPr>
        <p:spPr>
          <a:xfrm>
            <a:off x="8748886" y="1556792"/>
            <a:ext cx="108234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지정폐기물(액상)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비상사태 대응 FLOW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1"/>
          <p:cNvSpPr/>
          <p:nvPr/>
        </p:nvSpPr>
        <p:spPr>
          <a:xfrm>
            <a:off x="365125" y="663798"/>
            <a:ext cx="9712325" cy="1905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282848" y="175057"/>
            <a:ext cx="5873750" cy="430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1" lang="ko-KR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사고유형별 대응 요령</a:t>
            </a:r>
            <a:endParaRPr/>
          </a:p>
        </p:txBody>
      </p:sp>
      <p:graphicFrame>
        <p:nvGraphicFramePr>
          <p:cNvPr id="196" name="Google Shape;196;p21"/>
          <p:cNvGraphicFramePr/>
          <p:nvPr/>
        </p:nvGraphicFramePr>
        <p:xfrm>
          <a:off x="539974" y="116184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{A8611A56-7C19-43B2-BC22-BF414D1C555B}</a:tableStyleId>
              </a:tblPr>
              <a:tblGrid>
                <a:gridCol w="2304250"/>
              </a:tblGrid>
              <a:tr h="6829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중상 이상의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물리적 사고 발생시</a:t>
                      </a:r>
                      <a:endParaRPr/>
                    </a:p>
                  </a:txBody>
                  <a:tcPr marT="0" marB="0" marR="91425" marL="91425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7" name="Google Shape;197;p21"/>
          <p:cNvGraphicFramePr/>
          <p:nvPr/>
        </p:nvGraphicFramePr>
        <p:xfrm>
          <a:off x="3219722" y="116184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{A8611A56-7C19-43B2-BC22-BF414D1C555B}</a:tableStyleId>
              </a:tblPr>
              <a:tblGrid>
                <a:gridCol w="6681300"/>
              </a:tblGrid>
              <a:tr h="514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 최초 발견자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- 조·반장 및 주위 인원들에게 전파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- 해당 관리자 및 관리팀에 통보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5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 비상 통제자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- 응급조치 및 상황파악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- 필요시 관계관청에 연락하여 피해를 최소화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- 필요시 비상사태 조직 가동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 해당 부서장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- 사고 경위서를 작성하여 비상 통제자에게 통보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- 원인 분석 및 재발 방지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91425" marL="216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98" name="Google Shape;198;p21"/>
          <p:cNvSpPr/>
          <p:nvPr/>
        </p:nvSpPr>
        <p:spPr>
          <a:xfrm rot="-2700000">
            <a:off x="2590266" y="1237440"/>
            <a:ext cx="891828" cy="891828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28575">
            <a:solidFill>
              <a:srgbClr val="974806"/>
            </a:solidFill>
            <a:prstDash val="solid"/>
            <a:round/>
            <a:headEnd len="med" w="med" type="oval"/>
            <a:tailEnd len="med" w="med" type="oval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